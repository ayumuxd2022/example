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828800" cy="182880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7889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71800" y="214884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en el</a:t>
            </a:r>
            <a:endParaRPr lang="en-US" sz="4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Software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017520" y="3840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análisis</a:t>
            </a:r>
            <a:pPr algn="l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</a:t>
            </a:r>
            <a:pPr algn="l" indent="0" marL="0">
              <a:buNone/>
            </a:pPr>
            <a:r>
              <a:rPr lang="en-US" sz="20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&amp; OAuth2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01752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· Black Duck · Checkmarx · Spring Authorization Server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1752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 Ferreira Angon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68680" y="2834640"/>
            <a:ext cx="1463040" cy="146304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200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27889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Seguridad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Calidad de Código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788920" y="39776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· Black Duck · Checkmarx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hacen estas herramientas?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Revisan el software en busca de errores y vulnerabilidades de seguridad, de forma automática, antes de que el código llegue a producción.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57860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77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 fallos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2834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Encuentran bugs y vulnerabilidades de seguridad en el código de forma temprana.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20574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377440"/>
            <a:ext cx="777240" cy="7772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57860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377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Ayudan a cumplir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635240" y="2834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Facilitan el cumplimiento de estándares como OWASP Top 10, ISO 27001 y PCI-DSS.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617720"/>
            <a:ext cx="777240" cy="77724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818888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617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automatizan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74520" y="50749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integran al pipeline CI/CD y se ejecutan solas en cada build o cambio de código.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42976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617720"/>
            <a:ext cx="777240" cy="77724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4818888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617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Mejoran la calidad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635240" y="50749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Reducen bugs, deuda técnica y riesgos en las dependencias del proyecto.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tipos de análisis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se dividen en dos categorías según qué analizan. No compiten: se complementan.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36829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92024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Application Security Testing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tu propio código fuente sin ejecutarlo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SQL Injection, XSS y el OWASP Top 10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cómo un dato malicioso recorre el código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SonarQube, Checkmarx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148840"/>
            <a:ext cx="868680" cy="86868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36829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68096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Composition Analysis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675120" y="338328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las librerías y dependencias externas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CVEs conocidos en componentes open source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licencias y riesgos de cadena de suministro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Black Duck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código + seguridad básica (SAST)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inspección continua de código. Nació enfocada en la CALIDAD (bugs, code smells, deuda técnica) y sumó análisis de seguridad. Soporta más de 30 lenguajes.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edición Community gratuita y open source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bugs, code smells y deuda técnica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Gates": bloquea el merge si el código no cumple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 con CI/CD e IDEs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como primera línea de control de calidad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este bug en Java y lo marca como "code smell":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SonarQube marca: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"Use a StringBuilder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instead of concatenation"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 = "";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i=0; i&lt;1000; i++)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+= datos[i];  // ineficiente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el problema, su severidad y la recomendación de arreglo en el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Duck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dependencias open source (SCA)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Software Composition Analysis. En vez de tu código, analiza las LIBRERÍAS de terceros que usas, detectando vulnerabilidades conocidas (CVEs) y problemas de licencias.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base de datos de vulnerabilidades (CVE)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riesgos en la cadena de suministro de software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cumplimiento de licencias open source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un inventario de componentes (SBOM)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cuando gran parte del código son dependencias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tu pom.xml y encuentra una dependencia vulnerable: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&lt;groupId&gt;org.apache.logging.log4j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&lt;/groupId&gt;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&lt;artifactId&gt;log4j-core&lt;/artifactId&gt;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&lt;version&gt;2.14.1&lt;/version&gt;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CVE-2021-44228 (Log4Shell)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Alerta: versión con vulnerabilidad crítica. Recomienda actualizar a una versión segura.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Checkmarx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profunda del código (SAST empresarial)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SAST empresarial construida por y para seguridad. Hace análisis profundo (taint analysis) rastreando cómo un dato malicioso fluye por el código. Soporta 25+ lenguajes, incluso legacy (COBOL, PL/SQL).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seguridad más profundo que SonarQube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el flujo del dato del origen al punto vulnerable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con contexto y guía de remediación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cobertura de lenguajes y frameworks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entornos empresariales y regulados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una inyección SQL rastreando el dato del request a la query: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user = request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.getParameter("user"); // origen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q = "SELECT * FROM users " +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"WHERE name='" + user + "'";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stmt.execute(q); // SQL Injection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la ruta completa del dato inseguro y marca la línea exacta con severidad crítica.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rápida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02336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Duck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Checkmarx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+ Calidad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empresarial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código (profundo)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+ básico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/ CVE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profunda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gratis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calidad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 librerías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de seguridad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práctica, SAST y SCA se usan juntas: una revisa tu código, la otra tus dependencias.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68680" y="2834640"/>
            <a:ext cx="1463040" cy="146304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200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27889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Security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OAuth2 Authorization Server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788920" y="39776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autorización moderna en Java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48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Spring Security?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framework de seguridad estándar del ecosistema Spring. Protege tu aplicación gestionando quién entra (autenticación) y qué puede hacer (autorización).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5146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807208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99008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828800" y="32278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la identidad: login por formulario, HTTP Basic, JWT, OAuth2, LDAP.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9360" y="25146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29400" y="2807208"/>
            <a:ext cx="731520" cy="73152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99008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9520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589520" y="32278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el acceso por roles y permisos, a nivel de ruta o de método.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5262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818888"/>
            <a:ext cx="731520" cy="73152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00176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800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Chain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828800" y="523951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cadena de filtros procesa cada petición en orden: CSRF, auth, permisos.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09360" y="45262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29400" y="4818888"/>
            <a:ext cx="731520" cy="7315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5001768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89520" y="4800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589520" y="523951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Defiende contra CSRF, session fixation, clickjacking y otros ataques comunes.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corazón: la Filter 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petición HTTP atraviesa una cadena de filtros antes de llegar a tu controlador. Cada filtro resuelve una responsabilidad.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94A3B8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651760"/>
            <a:ext cx="548640" cy="5486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el request HTTP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15184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98064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651760"/>
            <a:ext cx="548640" cy="5486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89504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/ Sesión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9504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previas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047488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15584" y="265176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5815584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38928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38928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eres? (JWT, form...)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14032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296912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5008" y="265176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8065008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88352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88352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¿Tienes permiso?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63456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546336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14432" y="2651760"/>
            <a:ext cx="548640" cy="54864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30" name="Text 28"/>
          <p:cNvSpPr/>
          <p:nvPr/>
        </p:nvSpPr>
        <p:spPr>
          <a:xfrm>
            <a:off x="10314432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37776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37776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tu lógica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autenticación tiene éxito, el usuario queda en el SecurityContext y está disponible durante toda la petición.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48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OAuth2?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estándar de la industria para AUTORIZACIÓN delegada. Permite dar acceso a recursos sin compartir la contraseña, usando tokens.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437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74320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889504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54203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 </a:t>
            </a:r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la llave del valet de un auto. Le das al valet una llave que solo abre y enciende, pero no la cajuela ni tu casa. El token es esa llave limitada.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943100" y="406908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268" y="427024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4983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31520" y="54223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que quiere acceder a un recurso protegido (ej. tu frontend o gateway).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48056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875020" y="4069080"/>
            <a:ext cx="822960" cy="82296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188" y="427024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17720" y="4983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Server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663440" y="54223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 al usuario y EMITE los tokens de acceso.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41248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806940" y="4069080"/>
            <a:ext cx="822960" cy="82296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108" y="4270248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49640" y="4983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Server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595360" y="54223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protegida: valida el token y entrega los datos.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Authorization Code + PKCE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recomendado en 2026. Así viaja el usuario desde el login hasta acceder a la API protegida.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594360" cy="5943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19933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quiere entrar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99339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 redirige al usuario al Authorization Server para iniciar sesión.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154680"/>
            <a:ext cx="594360" cy="5943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0906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y consentimiento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309067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se autentica en el Authorization Server (no en el Client). Aprueba los permisos (scopes).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06908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251960"/>
            <a:ext cx="594360" cy="5943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41879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emite el token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418795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Authorization Server valida y emite un access token (normalmente un JWT firmado).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1663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5349240"/>
            <a:ext cx="594360" cy="5943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349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28800" y="52852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la API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528523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 usa el token para llamar al Resource Server, que lo valida y entrega los datos.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Authorization Server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01368" y="1097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 oficial de Spring para montar TU PROPIO servidor de autorización (OAuth 2.1 + OpenID Connect).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OAuth 2.1 y OpenID Connect 1.0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sobre Spring Security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y valida tokens JWT firmados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clientes, scopes y consentimiento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Ligero, personalizable y open source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0" y="178308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 cliente (config mínima)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75120" y="2377440"/>
            <a:ext cx="4892040" cy="3566160"/>
          </a:xfrm>
          <a:prstGeom prst="roundRect">
            <a:avLst>
              <a:gd name="adj" fmla="val 1282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2487168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RegisteredClient.withId(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UUID.randomUUID().toString())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.clientId("mi-cliente")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.clientSecret("{noop}secret")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.authorizationGrantType(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AuthorizationGrantType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.AUTHORIZATION_CODE)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.redirectUri(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"http://127.0.0.1/callback")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.scope("read")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.scope("write")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.build();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3 papeles en Spring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ofrece un módulo (dependencia) para cada rol del ecosistema OAuth2.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194560"/>
            <a:ext cx="914400" cy="9144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Client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379476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A0E1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8587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oauth2-client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app se autentica CONTRA un proveedor (Google, tu Auth Server). Ideal para "login con...".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29300" y="2194560"/>
            <a:ext cx="914400" cy="91440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4231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Server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4754880" y="379476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A0E1A"/>
          </a:solidFill>
          <a:ln/>
        </p:spPr>
      </p:sp>
      <p:sp>
        <p:nvSpPr>
          <p:cNvPr id="16" name="Text 12"/>
          <p:cNvSpPr/>
          <p:nvPr/>
        </p:nvSpPr>
        <p:spPr>
          <a:xfrm>
            <a:off x="4800600" y="38587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oauth2-authorization-server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0916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app EMITE los tokens. Montas tu propio proveedor de identidad.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41248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761220" y="2194560"/>
            <a:ext cx="914400" cy="91440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4231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9536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Server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8686800" y="379476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A0E1A"/>
          </a:solidFill>
          <a:ln/>
        </p:spPr>
      </p:sp>
      <p:sp>
        <p:nvSpPr>
          <p:cNvPr id="23" name="Text 18"/>
          <p:cNvSpPr/>
          <p:nvPr/>
        </p:nvSpPr>
        <p:spPr>
          <a:xfrm>
            <a:off x="8732520" y="38587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oauth2-resource-server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64108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API valida el JWT que recibe en cada petición y protege sus endpoints.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1005840" cy="100584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877824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clave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87452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51560" y="213055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1737360" y="19933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análisis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212080" y="19933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revisa tu código (SonarQube, Checkmarx); SCA revisa tus dependencias (Black Duck). Se combinan.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297180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3227832"/>
            <a:ext cx="457200" cy="45720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1" name="Text 8"/>
          <p:cNvSpPr/>
          <p:nvPr/>
        </p:nvSpPr>
        <p:spPr>
          <a:xfrm>
            <a:off x="1737360" y="309067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212080" y="309067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framework base: gestiona autenticación y autorización con una cadena de filtros.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406908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51560" y="4325112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/>
          <p:nvPr/>
        </p:nvSpPr>
        <p:spPr>
          <a:xfrm>
            <a:off x="1737360" y="418795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212080" y="41879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autorización delegada: da acceso con tokens, sin compartir contraseñas.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" y="51663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51560" y="542239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6"/>
          <p:cNvSpPr/>
          <p:nvPr/>
        </p:nvSpPr>
        <p:spPr>
          <a:xfrm>
            <a:off x="1737360" y="52852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 OAuth2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5212080" y="528523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(consume), Authorization Server (emite tokens), Resource Server (valida y protege).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en el Desarrollo — Herramientas y Spring Security</dc:title>
  <dc:subject>PptxGenJS Presentation</dc:subject>
  <dc:creator>Orlando Ferreira Angon</dc:creator>
  <cp:lastModifiedBy>Orlando Ferreira Angon</cp:lastModifiedBy>
  <cp:revision>1</cp:revision>
  <dcterms:created xsi:type="dcterms:W3CDTF">2026-07-01T18:38:24Z</dcterms:created>
  <dcterms:modified xsi:type="dcterms:W3CDTF">2026-07-01T18:38:24Z</dcterms:modified>
</cp:coreProperties>
</file>