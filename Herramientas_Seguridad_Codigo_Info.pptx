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423160"/>
            <a:ext cx="1828800" cy="182880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8803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1800" y="228600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de Seguridad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Calidad de Código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3017520" y="3977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Duck</a:t>
            </a:r>
            <a:pPr algn="l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01752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y para qué sirven?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hacen estas herramientas?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herramientas que revisan el software en busca de errores y vulnerabilidades de seguridad, de forma automática, antes de que el código llegue a producción.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5786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fallos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7452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Encuentran bugs y vulnerabilidades de seguridad en el código de forma temprana.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377440"/>
            <a:ext cx="777240" cy="7772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578608"/>
            <a:ext cx="374904" cy="3749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23774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Ayudan a cumplir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7635240" y="2834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cumplimiento de estándares como OWASP Top 10, ISO 27001 y PCI-DSS.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4617720"/>
            <a:ext cx="777240" cy="777240"/>
          </a:xfrm>
          <a:prstGeom prst="ellipse">
            <a:avLst/>
          </a:prstGeom>
          <a:solidFill>
            <a:srgbClr val="A78B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18888"/>
            <a:ext cx="374904" cy="3749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automatizan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7452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integran al pipeline CI/CD y se ejecutan solas en cada build o cambio de código.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29768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617720"/>
            <a:ext cx="777240" cy="777240"/>
          </a:xfrm>
          <a:prstGeom prst="ellipse">
            <a:avLst/>
          </a:prstGeom>
          <a:solidFill>
            <a:srgbClr val="FBBF24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4818888"/>
            <a:ext cx="374904" cy="3749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4617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Mejoran la calidad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7635240" y="50749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bugs, deuda técnica y riesgos en las dependencias del proyecto.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tipos de análisis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herramientas se dividen en dos categorías según qué analizan. No compiten: se complementan.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868680" cy="868680"/>
          </a:xfrm>
          <a:prstGeom prst="ellipse">
            <a:avLst/>
          </a:prstGeom>
          <a:solidFill>
            <a:srgbClr val="22D3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36829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92024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Application Security Testing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 propio código fuente sin ejecutarlo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SQL Injection, XSS y el OWASP Top 10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cómo un dato malicioso recorre el código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Herramientas: SonarQube, Checkmarx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828800"/>
            <a:ext cx="5486400" cy="4297680"/>
          </a:xfrm>
          <a:prstGeom prst="roundRect">
            <a:avLst>
              <a:gd name="adj" fmla="val 2128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2148840"/>
            <a:ext cx="868680" cy="86868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856" y="2368296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0960" y="21945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80960" y="2651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Composition Analysis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75120" y="338328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las librerías y dependencias externas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CVEs conocidos en componentes open source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licencias y riesgos de cadena de suministro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 Black Duck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22D3E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SonarQube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código + seguridad básica (SAST)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inspección continua de código. Nació enfocada en la CALIDAD (bugs, code smells, deuda técnica) y sumó análisis de seguridad. Soporta más de 30 lenguajes.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edición Community gratuita y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bugs, code smells y deuda técnica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"Quality Gates": bloquea el merge si el código no cumple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integra con CI/CD e IDEs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como primera línea de control de calidad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22D3EE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este bug en Java y lo marca como "code smell":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SonarQube marca: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"Use a StringBuilder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instead of concatenation"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r = "";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i=0; i&lt;1000; i++)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+= datos[i];  // ineficiente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el problema, su severidad y la recomendación de arreglo en el dashboard.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34D399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Duck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dependencias open source (SCA)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Software Composition Analysis. En vez de tu código, analiza las LIBRERÍAS de terceros que usas, detectando vulnerabilidades conocidas (CVEs) y problemas de licencias.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base de datos de vulnerabilidades (CVE)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riesgos en la cadena de suministro de software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cumplimiento de licencias open source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un inventario de componentes (SBOM)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 cuando gran parte del código son dependencias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34D399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tu pom.xml y encuentra una dependencia vulnerable: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&lt;groupId&gt;org.apache.logging.log4j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&lt;/groupId&gt;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&lt;artifactId&gt;log4j-core&lt;/artifactId&gt;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&lt;version&gt;2.14.1&lt;/version&gt;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CVE-2021-44228 (Log4Shell)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Alerta: versión con vulnerabilidad crítica. Recomienda actualizar a una versión segura.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051560" cy="1051560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694944"/>
            <a:ext cx="576072" cy="5760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Checkmarx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801368" y="102412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profunda del código (SAST empresarial)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2148840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SAST empresarial construida por y para seguridad. Hace análisis profundo (taint analysis) rastreando cómo un dato malicioso fluye por el código. Soporta 25+ lenguajes, incluso legacy (COBOL, PL/SQL).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5486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seguridad más profundo que SonarQube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el flujo del dato del origen al punto vulnerable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con contexto y guía de remediación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cobertura de lenguajes y frameworks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entornos empresariales y regulados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78308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77800" dist="50800" dir="5400000">
              <a:srgbClr val="A78BFA">
                <a:alpha val="5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en acción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3774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una inyección SQL rastreando el dato del request a la query: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675120" y="2834640"/>
            <a:ext cx="4892040" cy="1965960"/>
          </a:xfrm>
          <a:prstGeom prst="roundRect">
            <a:avLst>
              <a:gd name="adj" fmla="val 2326"/>
            </a:avLst>
          </a:prstGeom>
          <a:solidFill>
            <a:srgbClr val="0A0E1A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0" y="2926080"/>
            <a:ext cx="4617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user = request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.getParameter("user"); // origen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q = "SELECT * FROM users " +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"WHERE name='" + user + "'";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stmt.execute(q); // SQL Injection</a:t>
            </a:r>
            <a:endParaRPr lang="en-US" sz="11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50292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498348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la ruta completa del dato inseguro y marca la línea exacta con severidad crítica.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rápida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02336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292608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SonarQube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 Duck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D3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A0E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Checkmarx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+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SAST 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Analiza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 código (profundo)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Calidad + básico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 / CVE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 profunda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gratis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Empresarial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calidad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de librerías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Auditoría de seguridad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práctica, SAST y SCA se usan juntas: una revisa tu código, la otra tus dependencias.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005840" cy="100584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77800" dist="50800" dir="5400000">
              <a:srgbClr val="FBBF24">
                <a:alpha val="55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87782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5960" y="7772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51560" y="2130552"/>
            <a:ext cx="457200" cy="45720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737360" y="199339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vs SCA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846320" y="19933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analiza tu propio código; SCA analiza las librerías de terceros que usas. Son complementarias.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51560" y="3227832"/>
            <a:ext cx="457200" cy="4572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8"/>
          <p:cNvSpPr/>
          <p:nvPr/>
        </p:nvSpPr>
        <p:spPr>
          <a:xfrm>
            <a:off x="1737360" y="30906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846320" y="309067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Enfocada en calidad de código con seguridad básica. Tiene versión gratuita y es fácil de integrar.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406908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051560" y="4325112"/>
            <a:ext cx="457200" cy="45720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/>
          <p:nvPr/>
        </p:nvSpPr>
        <p:spPr>
          <a:xfrm>
            <a:off x="1737360" y="41879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Duck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46320" y="418795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en dependencias open source: detecta CVEs y problemas de licencias.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77240" y="5166360"/>
            <a:ext cx="10607040" cy="960120"/>
          </a:xfrm>
          <a:prstGeom prst="roundRect">
            <a:avLst>
              <a:gd name="adj" fmla="val 5714"/>
            </a:avLst>
          </a:prstGeom>
          <a:solidFill>
            <a:srgbClr val="161D2E"/>
          </a:solidFill>
          <a:ln/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1051560" y="5422392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9" name="Text 16"/>
          <p:cNvSpPr/>
          <p:nvPr/>
        </p:nvSpPr>
        <p:spPr>
          <a:xfrm>
            <a:off x="1737360" y="52852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Checkmarx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846320" y="528523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 empresarial de seguridad profunda: rastrea cómo fluye un dato malicioso por el código.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Herramientas de Seguridad de Código</dc:title>
  <dc:subject>PptxGenJS Presentation</dc:subject>
  <dc:creator>Orlando Ferreira Angon</dc:creator>
  <cp:lastModifiedBy>Orlando Ferreira Angon</cp:lastModifiedBy>
  <cp:revision>1</cp:revision>
  <dcterms:created xsi:type="dcterms:W3CDTF">2026-07-01T15:47:37Z</dcterms:created>
  <dcterms:modified xsi:type="dcterms:W3CDTF">2026-07-01T15:47:37Z</dcterms:modified>
</cp:coreProperties>
</file>