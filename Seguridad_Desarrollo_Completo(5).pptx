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-4-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828800" cy="182880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7889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1800" y="214884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el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Software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017520" y="3840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</a:t>
            </a:r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algn="l" indent="0" marL="0">
              <a:buNone/>
            </a:pPr>
            <a:r>
              <a:rPr lang="en-US" sz="20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&amp; OAuth2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01752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· Black Duck · Checkmarx · Spring Authorization 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17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Ferreira Angon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68680" y="2834640"/>
            <a:ext cx="1463040" cy="146304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00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788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Seguridad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Calidad de Código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88920" y="3977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· Black Duck · Checkmarx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hacen estas herramientas?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Revisan el software en busca de errores y vulnerabilidades de seguridad, de forma automática, antes de que el código llegue a producción.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786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fallos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Encuentran bugs y vulnerabilidades de seguridad en el código de forma temprana.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77440"/>
            <a:ext cx="777240" cy="7772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57860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 a cumplir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el cumplimiento de estándares como OWASP Top 10, ISO 27001 y PCI-DSS.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777240" cy="77724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81888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automatizan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integran al pipeline CI/CD y se ejecutan solas en cada build o cambio de código.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617720"/>
            <a:ext cx="777240" cy="7772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818888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calidad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3524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Reducen bugs, deuda técnica y riesgos en las dependencias del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tipos de análisis</a:t>
            </a:r>
            <a:endParaRPr lang="en-US" sz="3000" dirty="0"/>
          </a:p>
        </p:txBody>
      </p:sp>
      <p:sp>
        <p:nvSpPr>
          <p:cNvPr id="3" name="Text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se dividen según qué analizan y cuándo. No compiten: se complementan.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347472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Oval"/>
          <p:cNvSpPr/>
          <p:nvPr/>
        </p:nvSpPr>
        <p:spPr>
          <a:xfrm>
            <a:off x="804672" y="210312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308860"/>
            <a:ext cx="411480" cy="411480"/>
          </a:xfrm>
          <a:prstGeom prst="rect">
            <a:avLst/>
          </a:prstGeom>
        </p:spPr>
      </p:pic>
      <p:sp>
        <p:nvSpPr>
          <p:cNvPr id="7" name="Text"/>
          <p:cNvSpPr/>
          <p:nvPr/>
        </p:nvSpPr>
        <p:spPr>
          <a:xfrm>
            <a:off x="178308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2200" dirty="0"/>
          </a:p>
        </p:txBody>
      </p:sp>
      <p:sp>
        <p:nvSpPr>
          <p:cNvPr id="8" name="Text"/>
          <p:cNvSpPr/>
          <p:nvPr/>
        </p:nvSpPr>
        <p:spPr>
          <a:xfrm>
            <a:off x="822960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</a:t>
            </a:r>
            <a:endParaRPr lang="en-US" sz="950" dirty="0"/>
          </a:p>
        </p:txBody>
      </p:sp>
      <p:sp>
        <p:nvSpPr>
          <p:cNvPr id="9" name="Bullets"/>
          <p:cNvSpPr/>
          <p:nvPr/>
        </p:nvSpPr>
        <p:spPr>
          <a:xfrm>
            <a:off x="822960" y="35204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tu propio código fuente sin ejecutarlo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SQL Injection, XSS y el OWASP Top 10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cómo un dato malicioso recorre el código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SonarQube, Checkmarx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4343400" y="1828800"/>
            <a:ext cx="347472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Oval"/>
          <p:cNvSpPr/>
          <p:nvPr/>
        </p:nvSpPr>
        <p:spPr>
          <a:xfrm>
            <a:off x="4599432" y="2103120"/>
            <a:ext cx="822960" cy="82296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2308860"/>
            <a:ext cx="411480" cy="411480"/>
          </a:xfrm>
          <a:prstGeom prst="rect">
            <a:avLst/>
          </a:prstGeom>
        </p:spPr>
      </p:pic>
      <p:sp>
        <p:nvSpPr>
          <p:cNvPr id="13" name="Text"/>
          <p:cNvSpPr/>
          <p:nvPr/>
        </p:nvSpPr>
        <p:spPr>
          <a:xfrm>
            <a:off x="557784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2200" dirty="0"/>
          </a:p>
        </p:txBody>
      </p:sp>
      <p:sp>
        <p:nvSpPr>
          <p:cNvPr id="14" name="Text"/>
          <p:cNvSpPr/>
          <p:nvPr/>
        </p:nvSpPr>
        <p:spPr>
          <a:xfrm>
            <a:off x="4617720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</a:t>
            </a:r>
            <a:endParaRPr lang="en-US" sz="950" dirty="0"/>
          </a:p>
        </p:txBody>
      </p:sp>
      <p:sp>
        <p:nvSpPr>
          <p:cNvPr id="15" name="Bullets"/>
          <p:cNvSpPr/>
          <p:nvPr/>
        </p:nvSpPr>
        <p:spPr>
          <a:xfrm>
            <a:off x="4617720" y="35204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las librerías y dependencias externas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CVEs conocidos en componentes open source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licencias y riesgos de cadena de suministro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Black Duck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8138160" y="1828800"/>
            <a:ext cx="347472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17" name="Oval"/>
          <p:cNvSpPr/>
          <p:nvPr/>
        </p:nvSpPr>
        <p:spPr>
          <a:xfrm>
            <a:off x="8394192" y="210312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2" y="2308860"/>
            <a:ext cx="411480" cy="411480"/>
          </a:xfrm>
          <a:prstGeom prst="rect">
            <a:avLst/>
          </a:prstGeom>
        </p:spPr>
      </p:pic>
      <p:sp>
        <p:nvSpPr>
          <p:cNvPr id="19" name="Text"/>
          <p:cNvSpPr/>
          <p:nvPr/>
        </p:nvSpPr>
        <p:spPr>
          <a:xfrm>
            <a:off x="937260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2200" dirty="0"/>
          </a:p>
        </p:txBody>
      </p:sp>
      <p:sp>
        <p:nvSpPr>
          <p:cNvPr id="20" name="Text"/>
          <p:cNvSpPr/>
          <p:nvPr/>
        </p:nvSpPr>
        <p:spPr>
          <a:xfrm>
            <a:off x="8412480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Application Security Testing</a:t>
            </a:r>
            <a:endParaRPr lang="en-US" sz="950" dirty="0"/>
          </a:p>
        </p:txBody>
      </p:sp>
      <p:sp>
        <p:nvSpPr>
          <p:cNvPr id="21" name="Bullets"/>
          <p:cNvSpPr/>
          <p:nvPr/>
        </p:nvSpPr>
        <p:spPr>
          <a:xfrm>
            <a:off x="8412480" y="35204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 aplicación corriendo, desde fuera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ataca por su URL como lo haría un atacante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fallos que solo aparecen en runtime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Snyk API &amp; Web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tipos de análisis de seguridad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SCA y DAST son los principales, pero hay más. Cada uno cubre una parte distinta del ciclo.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848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77440" y="206654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tu código fuente sin ejecutarlo.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9184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"..."+ user;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SQL Injection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08483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0848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06654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7614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dependencias y librerías.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24612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329184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log4j-core 2.14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CVE-2021-44228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1248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0" y="208483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20848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241280" y="206654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32520" y="27614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 app corriendo, desde fuera.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0" y="324612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24" name="Text 22"/>
          <p:cNvSpPr/>
          <p:nvPr/>
        </p:nvSpPr>
        <p:spPr>
          <a:xfrm>
            <a:off x="8796528" y="329184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/?q=&lt;script&gt;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 reflejado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5079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079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377440" y="4489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5184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corriendo, pero desde adentro.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566928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571500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 en runtime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traza el flujo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80560" y="42519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5079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45079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09360" y="4489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5184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Terraform, Docker, Kubernetes.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566928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571500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root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contenedor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inseguro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412480" y="42519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472B6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686800" y="450799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472B6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0" y="45079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241280" y="44897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32520" y="5184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claves y API keys expuestas.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86800" y="566928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/>
        </p:spPr>
      </p:sp>
      <p:sp>
        <p:nvSpPr>
          <p:cNvPr id="45" name="Text 43"/>
          <p:cNvSpPr/>
          <p:nvPr/>
        </p:nvSpPr>
        <p:spPr>
          <a:xfrm>
            <a:off x="8796528" y="5715000"/>
            <a:ext cx="2843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AWS_KEY="AKIA..."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secreto en git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maduro combina varios: no hay una sola herramienta que lo cubra todo.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 + seguridad básica (SAST)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inspección continua de código. Nació enfocada en la CALIDAD (bugs, code smells, deuda técnica) y sumó análisis de seguridad. Soporta más de 30 lenguajes.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edición Community gratuita y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bugs, code smells y deuda técnica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Gates": bloquea el merge si el código no cumple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con CI/CD e IDEs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como primera línea de control de calidad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este bug en Java y lo marca como "code smell":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SonarQube marca: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"Use a StringBuilder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instead of concatenation"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 = "";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i&lt;1000; i++)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+= datos[i];  // ineficiente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el problema, su severidad y la recomendación de arreglo en el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Duck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open source (SCA)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Software Composition Analysis. En vez de tu código, analiza las LIBRERÍAS de terceros que usas, detectando vulnerabilidades conocidas (CVEs) y problemas de licencias.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base de datos de vulnerabilidades (CVE)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riesgos en la cadena de suministro de software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cumplimiento de licencias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inventario de componentes (SBOM)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cuando gran parte del código son dependencias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tu pom.xml y encuentra una dependencia vulnerable: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&lt;groupId&gt;org.apache.logging.log4j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&lt;/groupId&gt;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&lt;artifactId&gt;log4j-core&lt;/artifactId&gt;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&lt;version&gt;2.14.1&lt;/version&gt;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CVE-2021-44228 (Log4Shell)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versión con vulnerabilidad crítica. Recomienda actualizar a una versión segura.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Checkmarx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profunda del código (SAST empresarial)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SAST empresarial construida por y para seguridad. Hace análisis profundo (taint analysis) rastreando cómo un dato malicioso fluye por el código. Soporta 25+ lenguajes, incluso legacy (COBOL, PL/SQL).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seguridad más profundo que SonarQube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el flujo del dato del origen al punto vulnerable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 contexto y guía de remediación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cobertura de lenguajes y frameworks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entornos empresariales y regulados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una inyección SQL rastreando el dato del request a la query: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user = request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.getParameter("user"); // origen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q = "SELECT * FROM users " +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"WHERE name='" + user + "'";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stmt.execute(q); // SQL Injection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la ruta completa del dato inseguro y marca la línea exacta con severidad crítica.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Snyk (API &amp; Web)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dinámico de apps y APIs (DAST)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DAST de Snyk (basada en Probely). Analiza la aplicación EN EJECUCIÓN: un crawler recorre las URLs, interactúa con formularios y botones, y prueba la app y sus APIs desde fuera, como un atacante.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la app y las APIs corriendo (no el código)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XSS, SQL Injection y OWASP Top 10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falsos positivos muy baja (~0.1%)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zonas con login (autenticación)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en el pipeline CI/CD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una aplicación web y sus APIs en runtime: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snyk-web scan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--target https://mi-app.com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High: Reflected XSS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/buscar?q=&lt;script&gt;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Medium: cabecera CSP ausente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vulnerabilidades explotables en la app y APIs desplegadas.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 CLI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nube y contenedores (CNAPP)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línea de comandos de Wiz. Escanea desde la terminal o el pipeline CI/CD antes de desplegar: imágenes de contenedores, infraestructura como código y secretos expuestos.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imágenes Docker e IaC (Terraform, K8s)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secretos expuestos y malas configuraciones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según exposición real ("toxic combinations")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el pipeline CI/CD (shift-left)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seguridad de infraestructura cloud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una imagen de contenedor antes de subirla: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wizcli docker scan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 mi-app:latest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CRITICAL: 2  HIGH: 5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 image desactualizada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Secreto detectado en capa 3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vulnerabilidades y configuraciones inseguras antes del despliegue.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rápida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3108960"/>
                <a:gridCol w="26517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Duck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librerías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Checkmarx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 (profundo)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de seguridad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 (API &amp; Web)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y APIs corriendo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dinámicas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 CLI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CNAPP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Contenedores e IaC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en la nube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se combinan: SAST revisa tu código, SCA tus librerías, DAST prueba la app viva, y Wiz cubre la nube.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de los issues en SonarQube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problema detectado se clasifica por gravedad, para priorizar qué arreglar primero.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76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Critical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que rompen la app o vulnerabilidades de seguridad graves.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690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 =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t.length();  // NullPointer seguro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pass = "admin123";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credencial hardcodeada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03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76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Afectan mantenibilidad o pueden causar bugs, pero no rompen aún.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9776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0690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!= null &amp;&amp; x == null){}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condición siempre falsa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calcular();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 nunca usada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12480" y="182880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0" y="2103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2176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8680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· Info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y buenas prácticas. No afectan el funcionamiento.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0" y="39776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40690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 =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for(..) r += datos[i];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usar StringBuilder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== "18")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usar === en vez de ==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 de severidad por herramienta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todas clasifican los hallazgos por gravedad para priorizar. Las de seguridad pura se basan en CVSS.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023360"/>
        </p:xfrm>
        <a:graphic>
          <a:graphicData uri="http://schemas.openxmlformats.org/drawingml/2006/table">
            <a:tbl>
              <a:tblPr/>
              <a:tblGrid>
                <a:gridCol w="3017520"/>
                <a:gridCol w="4754880"/>
                <a:gridCol w="329184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de severidad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basa 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de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 · Critical · Major · Minor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en calidad y seguridad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Duck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· High · Medium ·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del CVE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Checkmarx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la vulnerabilidad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 (API &amp; Web)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del hallazgo en 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 CLI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contenedores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· 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+ exposición y contexto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Patrón: las herramientas de seguridad pura usan CVSS (Critical/High/Medium/Low); SonarQube usa su escala clásica de calidad.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Black Duck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basada en el CVSS del CVE.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Explotable de forma remota y sin credenciales.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 con RCE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remoto en una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9.8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impacto y explotación factible.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Deserialización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insegura en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librería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8.1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cierto contexto para explotarse.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 que exige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específicas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5.5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bajo o afecta cumplimiento, no seguridad.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 menor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riesgo 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licencia GPL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2.6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Checkmarx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según el riesgo de la vulnerabilidad.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del usuario llega directo a la query.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"..." +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.getParameter(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SQL Injection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sin sanitizar reflejada en la respuesta.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response.write(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.getParam("q")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 reflejado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accesible por JavaScript, riesgo menor.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.setHttpOnly(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false);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cookie débil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mejorable, sin riesgo directo.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catch(Exception e)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excepción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silenciada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Snyk (API &amp; Web)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riesgo del hallazgo en runtime (DAST).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explotable confirmada en la app corriendo.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/buscar?q=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alert(1)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 reflejado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seguridad ausente en las respuestas.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falta cabecera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Security-Policy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respuesta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cookie puede viajar sin cifrar, riesgo menor.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Set-Cookie: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id=abc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sin flag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Secure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informativo detectado en runtime.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 nginx/1.18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versión del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servidor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expuesta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Wiz CLI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CVSS + exposición y contexto.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tóxica: grave Y accesible desde internet.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 crítica en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contenedor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EXPUESTO a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805379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88259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2988259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61411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 que da acceso a la nube.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988259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097987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AWS_SECRET_KEY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"AKIA..."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hardcodeado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la imagen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62118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44998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5244998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18150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base desactualizada con vulnerabilidades.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244998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5354726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ubuntu:18.04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 soporte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318858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01738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6" name="Text 23"/>
          <p:cNvSpPr/>
          <p:nvPr/>
        </p:nvSpPr>
        <p:spPr>
          <a:xfrm>
            <a:off x="7501738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74890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práctica de hardening, impacto acotado.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501738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7611466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root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contenedor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 como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root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9575597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758477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32" name="Text 29"/>
          <p:cNvSpPr/>
          <p:nvPr/>
        </p:nvSpPr>
        <p:spPr>
          <a:xfrm>
            <a:off x="9758477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831629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Recomendación, sin riesgo de seguridad.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758477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35" name="Text 32"/>
          <p:cNvSpPr/>
          <p:nvPr/>
        </p:nvSpPr>
        <p:spPr>
          <a:xfrm>
            <a:off x="9868205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falta un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label de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metadatos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68680" y="2834640"/>
            <a:ext cx="1463040" cy="146304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00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788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OAuth2 Authorization Server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88920" y="3977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 moderna en Java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48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Spring Security?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framework de seguridad estándar del ecosistema Spring. Protege tu aplicación gestionando quién entra (autenticación) y qué puede hacer (autorización).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807208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9008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28800" y="32278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identidad: login por formulario, HTTP Basic, JWT, OAuth2, LDAP.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2807208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99008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589520" y="32278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acceso por roles y permisos, a nivel de ruta o de método.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818888"/>
            <a:ext cx="731520" cy="73152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00176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28800" y="52395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cadena de filtros procesa cada petición en orden: CSRF, auth, permisos.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0936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29400" y="4818888"/>
            <a:ext cx="731520" cy="7315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00176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8952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589520" y="52395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Defiende contra CSRF, session fixation, clickjacking y otros ataques comunes.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corazón: la Filter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HTTP atraviesa una cadena de filtros antes de llegar a tu controlador. Cada filtro resuelve una responsabilidad.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94A3B8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65176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el request HTTP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15184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98064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65176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9504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/ Sesión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9504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previas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047488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15584" y="265176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5815584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38928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38928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eres? (JWT, form...)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4032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96912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5008" y="26517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88352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88352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¿Tienes permiso?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63456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546336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4432" y="2651760"/>
            <a:ext cx="548640" cy="54864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4432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37776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37776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tu lógica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autenticación tiene éxito, el usuario queda en el SecurityContext y está disponible durante toda la petición.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48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OAuth2?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estándar de la industria para AUTORIZACIÓN delegada. Permite dar acceso a recursos sin compartir la contraseña, usando tokens.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437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889504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54203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 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la llave del valet de un auto. Le das al valet una llave que solo abre y enciende, pero no la cajuela ni tu casa. El token es esa llave limitada.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943100" y="406908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427024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3152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que quiere acceder a un recurso protegido (ej. tu frontend o gateway).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48056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875020" y="4069080"/>
            <a:ext cx="822960" cy="82296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188" y="427024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1772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66344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 al usuario y EMITE los tokens de acceso.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41248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806940" y="4069080"/>
            <a:ext cx="822960" cy="82296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108" y="427024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4964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59536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protegida: valida el token y entrega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Authorization Code + PKCE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recomendado en 2026. Así viaja el usuario desde el login hasta acceder a la API protegida.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9933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quiere entrar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99339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 redirige al usuario al Authorization Server para iniciar sesión.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154680"/>
            <a:ext cx="594360" cy="5943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0906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consentimiento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309067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 autentica en el Authorization Server (no en el Client). Aprueba los permisos (scopes).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51960"/>
            <a:ext cx="594360" cy="5943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1879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emite el token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418795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Authorization Server valida y emite un access token (normalmente un JWT firmado).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5349240"/>
            <a:ext cx="594360" cy="5943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349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52852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528523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 usa el token para llamar al Resource Server, que lo valida y entrega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Authorization Server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oficial de Spring para montar TU PROPIO servidor de autorización (OAuth 2.1 + OpenID Connect).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OAuth 2.1 y OpenID Connect 1.0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sobre Spring Security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y valida tokens JWT firmados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clientes, scopes y consentimiento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Ligero, personalizable y open source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cliente (config mínima)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2377440"/>
            <a:ext cx="4892040" cy="3566160"/>
          </a:xfrm>
          <a:prstGeom prst="roundRect">
            <a:avLst>
              <a:gd name="adj" fmla="val 1282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487168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RegisteredClient.withId(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UUID.randomUUID().toString())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.clientId("mi-cliente")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.clientSecret("{noop}secret")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.authorizationGrantType(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AuthorizationGrantType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.AUTHORIZATION_CODE)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.redirectUri(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"http://127.0.0.1/callback")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.scope("read")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.scope("write")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papeles en Spring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ofrece un módulo (dependencia) para cada rol del ecosistema OAuth2.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94560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oauth2-client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 se autentica CONTRA un proveedor (Google, tu Auth Server). Ideal para "login con...".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29300" y="2194560"/>
            <a:ext cx="914400" cy="91440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423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75488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16" name="Text 12"/>
          <p:cNvSpPr/>
          <p:nvPr/>
        </p:nvSpPr>
        <p:spPr>
          <a:xfrm>
            <a:off x="480060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oauth2-authorization-server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0916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 EMITE los tokens. Montas tu propio proveedor de identidad.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41248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761220" y="2194560"/>
            <a:ext cx="914400" cy="9144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4231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9536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868680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23" name="Text 18"/>
          <p:cNvSpPr/>
          <p:nvPr/>
        </p:nvSpPr>
        <p:spPr>
          <a:xfrm>
            <a:off x="873252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oauth2-resource-server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64108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API valida el JWT que recibe en cada petición y protege sus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token JWT: cómo se forma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JWT tiene tres partes separadas por puntos. Cada una es un JSON codificado en Base64.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A0E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eyJhbGciOiJSUzI1NiJ9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eyJzdWIiOiJvcmxhbmQ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SflKxwRJSMeKKF2QT4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</a:t>
            </a:r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</a:t>
            </a:r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1089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HEADER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firmado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"alg": "RS256",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"kid": "a1b2c3"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 firma y el kid (qué llave se usó).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31089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PAYLOAD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(claims)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411480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"orlando",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"rol": "ADMIN",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1735689600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rol, expiración. Codificado, NO cifrado.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41080" y="31089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FIRMA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4108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de integridad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41080" y="411480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0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RS256(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 + "." +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llavePrivada)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alterar o falsificar el token.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header y el payload solo están codificados (cualquiera los lee); lo que protege al token es la firma.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scope: qué permite el token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scope define hasta dónde puede llegar un token. Responde: ¿qué se le permite hacer?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437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993392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139696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828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la llave del valet puede abrir. Scope "read" solo deja leer; "read write" deja leer y escribir. El token lleva ese permiso adentro.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9260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token (payload)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77240" y="3611880"/>
            <a:ext cx="3154680" cy="1371600"/>
          </a:xfrm>
          <a:prstGeom prst="roundRect">
            <a:avLst>
              <a:gd name="adj" fmla="val 3333"/>
            </a:avLst>
          </a:prstGeom>
          <a:solidFill>
            <a:srgbClr val="0A0E1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"orlando",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"scope": "read write",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1735689600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scope viaja dentro del JWT.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29260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0916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 el cliente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09160" y="3611880"/>
            <a:ext cx="3154680" cy="1371600"/>
          </a:xfrm>
          <a:prstGeom prst="roundRect">
            <a:avLst>
              <a:gd name="adj" fmla="val 3333"/>
            </a:avLst>
          </a:prstGeom>
          <a:solidFill>
            <a:srgbClr val="0A0E1A"/>
          </a:solidFill>
          <a:ln/>
        </p:spPr>
      </p:sp>
      <p:sp>
        <p:nvSpPr>
          <p:cNvPr id="18" name="Text 14"/>
          <p:cNvSpPr/>
          <p:nvPr/>
        </p:nvSpPr>
        <p:spPr>
          <a:xfrm>
            <a:off x="484632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.clientId("mi-cliente")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.scope("read")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.scope("write")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.build();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5488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qué scopes puede pedir.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412480" y="29260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64108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proteger la API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41080" y="3611880"/>
            <a:ext cx="3154680" cy="1371600"/>
          </a:xfrm>
          <a:prstGeom prst="roundRect">
            <a:avLst>
              <a:gd name="adj" fmla="val 3333"/>
            </a:avLst>
          </a:prstGeom>
          <a:solidFill>
            <a:srgbClr val="0A0E1A"/>
          </a:solidFill>
          <a:ln/>
        </p:spPr>
      </p:sp>
      <p:sp>
        <p:nvSpPr>
          <p:cNvPr id="23" name="Text 19"/>
          <p:cNvSpPr/>
          <p:nvPr/>
        </p:nvSpPr>
        <p:spPr>
          <a:xfrm>
            <a:off x="877824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.requestMatchers(GET, "/api/**")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.hasAuthority(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"SCOPE_read")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endpoint exige su scope.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= qué PUEDE hacer el token (permisos).   Rol = QUIÉN es el usuario (identidad).   Son distintos.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Llave privada vs. llave pública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en par: lo que una firma, la otra lo verifica. Es la base de que el token no se pueda falsificar.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privada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92808" y="2670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 · solo el servidor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los tokens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tiene el Authorization Server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comparte con nadie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que puede crear una firma válida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6829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pública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53528" y="2670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 · se publica en el JWKS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75120" y="3291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los tokens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puede tener cualquier Resource Server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comparte abiertamente (endpoint JWKS)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crear firmas, solo comprobarlas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437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5468112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561441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5285232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sello de cera: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privada es el sello único del rey (solo él lo tiene). La pública es que todos conocen cómo se ve ese sello: cualquiera confirma que la carta es del rey, pero nadie puede reproducirlo.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firma el token: HS256 vs RS256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dos formas de firmar un JWT según el tipo de llave. Definen quién puede firmar y quién verificar.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92808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· una sola llave secreta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llave firma y verifica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secreto compartido entre las partes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 rápida de configurar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si se filtra, cualquiera falsifica tokens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un solo servicio que emite y valida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553212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5596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HS256(header+payload, secreto)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68296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35240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Asimétrica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653528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· par de llaves (privada + pública)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75120" y="32461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PRIVADA firma, la PÚBLICA verifica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secreto (privada) nunca se comparte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pública se publica en el JWKS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segura para varios servicios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un servidor emite, muchos validan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75120" y="553212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55961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RS256(header+payload, llavePrivada)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JWKS: cómo se valida el token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Authorization Server publica su llave pública en /oauth2/jwks. El Resource Server la usa para verificar cada token.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endpoint /oauth2/jwks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1395"/>
            </a:avLst>
          </a:prstGeom>
          <a:solidFill>
            <a:srgbClr val="0A0E1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31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/oauth2/jwks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"keys": [{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"kty": "RSA",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"kid": "a1b2c3d4-5678", 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ID de la llave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"use": "sig",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"n": "0vx7ag...(módulo)",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"e": "AQAB"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Solo la llave PÚBLICA,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nunca la privada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el Resource Server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1945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44144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132320" y="2304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header del token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el kid (qué llave se usó) y el algoritmo.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3182112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3429000"/>
            <a:ext cx="438912" cy="43891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13232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llave en el JWKS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0" y="36393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ese kid, toma la llave pública correcta del endpoint.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4169664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37960" y="4416552"/>
            <a:ext cx="438912" cy="43891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132320" y="4279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firma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32320" y="46268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que header+payload no fueron alterados.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309360" y="5157216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37960" y="5404104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4"/>
          <p:cNvSpPr/>
          <p:nvPr/>
        </p:nvSpPr>
        <p:spPr>
          <a:xfrm>
            <a:off x="6537960" y="5404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7132320" y="5266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los claims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132320" y="561441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expiración (exp), emisor (iss) y audiencia (aud).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005840" cy="100584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87782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213055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1737360" y="19933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12080" y="19933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revisa tu código (SonarQube, Checkmarx); SCA revisa tus dependencias (Black Duck). Se combinan.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3227832"/>
            <a:ext cx="457200" cy="45720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1" name="Text 8"/>
          <p:cNvSpPr/>
          <p:nvPr/>
        </p:nvSpPr>
        <p:spPr>
          <a:xfrm>
            <a:off x="1737360" y="309067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212080" y="309067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base: gestiona autenticación y autorización con una cadena de filtros.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51560" y="432511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1737360" y="418795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212080" y="41879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autorización delegada: da acceso con tokens, sin compartir contraseñas.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51560" y="542239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6"/>
          <p:cNvSpPr/>
          <p:nvPr/>
        </p:nvSpPr>
        <p:spPr>
          <a:xfrm>
            <a:off x="1737360" y="52852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OAuth2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212080" y="528523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(consume), Authorization Server (emite tokens), Resource Server (valida y protege).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en el Desarrollo — Herramientas y Spring Security</dc:title>
  <dc:subject>PptxGenJS Presentation</dc:subject>
  <dc:creator>Orlando Ferreira Angon</dc:creator>
  <cp:lastModifiedBy>Orlando Ferreira Angon</cp:lastModifiedBy>
  <cp:revision>1</cp:revision>
  <dcterms:created xsi:type="dcterms:W3CDTF">2026-07-11T17:51:07Z</dcterms:created>
  <dcterms:modified xsi:type="dcterms:W3CDTF">2026-07-11T17:51:07Z</dcterms:modified>
</cp:coreProperties>
</file>